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  <p:sldMasterId id="2147483668" r:id="rId2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6858000" cy="9144000"/>
  <p:embeddedFontLst>
    <p:embeddedFont>
      <p:font typeface="Manrope" panose="020B0604020202020204" charset="0"/>
      <p:regular r:id="rId16"/>
      <p:bold r:id="rId17"/>
    </p:embeddedFont>
    <p:embeddedFont>
      <p:font typeface="Nunito" panose="020F0502020204030204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393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1f20bf982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1f20bf982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1f20bf982_0_50:notes"/>
          <p:cNvSpPr txBox="1">
            <a:spLocks noGrp="1"/>
          </p:cNvSpPr>
          <p:nvPr>
            <p:ph type="body" idx="1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1f20bf982_0_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1f20bf982_0_3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1f20bf982_0_86:notes"/>
          <p:cNvSpPr txBox="1">
            <a:spLocks noGrp="1"/>
          </p:cNvSpPr>
          <p:nvPr>
            <p:ph type="body" idx="1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1f20bf982_0_3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d1f20bf982_0_3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1f20bf982_0_123:notes"/>
          <p:cNvSpPr txBox="1">
            <a:spLocks noGrp="1"/>
          </p:cNvSpPr>
          <p:nvPr>
            <p:ph type="body" idx="1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1f20bf982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1f20bf982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d1f20bf982_0_164:notes"/>
          <p:cNvSpPr txBox="1">
            <a:spLocks noGrp="1"/>
          </p:cNvSpPr>
          <p:nvPr>
            <p:ph type="body" idx="1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1f20bf982_0_3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d1f20bf982_0_3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d1f20bf982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d1f20bf982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1f20bf982_0_286:notes"/>
          <p:cNvSpPr txBox="1">
            <a:spLocks noGrp="1"/>
          </p:cNvSpPr>
          <p:nvPr>
            <p:ph type="body" idx="1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1f20bf982_0_3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d1f20bf982_0_3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Slide 1_1_1_TITLEANDBULLETS_G">
  <p:cSld name="TITLE_AND_BODY_2_1_1_1_1_1_1_1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>
            <a:spLocks noGrp="1"/>
          </p:cNvSpPr>
          <p:nvPr>
            <p:ph type="pic" idx="2"/>
          </p:nvPr>
        </p:nvSpPr>
        <p:spPr>
          <a:xfrm>
            <a:off x="507438" y="1534500"/>
            <a:ext cx="3090600" cy="30906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1"/>
          </p:nvPr>
        </p:nvSpPr>
        <p:spPr>
          <a:xfrm>
            <a:off x="3854182" y="1519301"/>
            <a:ext cx="4782300" cy="309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Slide 1_1_1_TITLEANDBULLETS_B">
  <p:cSld name="TITLE_AND_BODY_2_1_2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>
            <a:spLocks noGrp="1"/>
          </p:cNvSpPr>
          <p:nvPr>
            <p:ph type="pic" idx="2"/>
          </p:nvPr>
        </p:nvSpPr>
        <p:spPr>
          <a:xfrm>
            <a:off x="0" y="0"/>
            <a:ext cx="5148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5427950" y="289525"/>
            <a:ext cx="3405900" cy="109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5427950" y="1565672"/>
            <a:ext cx="3405900" cy="32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Slide 1_1_1_TITLEANDBULLETS_I">
  <p:cSld name="TITLE_AND_BODY_2_1_1_1_2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>
            <a:spLocks noGrp="1"/>
          </p:cNvSpPr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body" idx="1"/>
          </p:nvPr>
        </p:nvSpPr>
        <p:spPr>
          <a:xfrm>
            <a:off x="507456" y="1519301"/>
            <a:ext cx="4782300" cy="309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>
            <a:spLocks noGrp="1"/>
          </p:cNvSpPr>
          <p:nvPr>
            <p:ph type="pic" idx="2"/>
          </p:nvPr>
        </p:nvSpPr>
        <p:spPr>
          <a:xfrm>
            <a:off x="5545950" y="1519300"/>
            <a:ext cx="3090600" cy="30906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Slide 1_1_1_TITLEANDBULLETS_A">
  <p:cSld name="TITLE_AND_BODY_2_1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3996000" y="0"/>
            <a:ext cx="5148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327575" y="340500"/>
            <a:ext cx="3548100" cy="109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body" idx="1"/>
          </p:nvPr>
        </p:nvSpPr>
        <p:spPr>
          <a:xfrm>
            <a:off x="327575" y="1616646"/>
            <a:ext cx="3548100" cy="32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Slide 1_1_1_TITLEANDBULLETS_F">
  <p:cSld name="TITLE_AND_BODY_2_1_1_1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50350" y="226400"/>
            <a:ext cx="3505500" cy="109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body" idx="1"/>
          </p:nvPr>
        </p:nvSpPr>
        <p:spPr>
          <a:xfrm>
            <a:off x="350350" y="1598500"/>
            <a:ext cx="3505500" cy="3318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>
            <a:spLocks noGrp="1"/>
          </p:cNvSpPr>
          <p:nvPr>
            <p:ph type="pic" idx="2"/>
          </p:nvPr>
        </p:nvSpPr>
        <p:spPr>
          <a:xfrm>
            <a:off x="4101622" y="226350"/>
            <a:ext cx="4690800" cy="4690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Slide 1_1_1_TITLEANDBULLETS_J">
  <p:cSld name="TITLE_AND_BODY_2_1_1_1_1_1_2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>
            <a:spLocks noGrp="1"/>
          </p:cNvSpPr>
          <p:nvPr>
            <p:ph type="pic" idx="2"/>
          </p:nvPr>
        </p:nvSpPr>
        <p:spPr>
          <a:xfrm>
            <a:off x="457200" y="1519300"/>
            <a:ext cx="3090600" cy="30906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sp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body" idx="1"/>
          </p:nvPr>
        </p:nvSpPr>
        <p:spPr>
          <a:xfrm>
            <a:off x="3854182" y="1519301"/>
            <a:ext cx="4782300" cy="309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">
          <p15:clr>
            <a:srgbClr val="E46962"/>
          </p15:clr>
        </p15:guide>
        <p15:guide id="2" orient="horz" pos="288">
          <p15:clr>
            <a:srgbClr val="E46962"/>
          </p15:clr>
        </p15:guide>
        <p15:guide id="3" orient="horz" pos="2880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Slide 1_4_1_TITLEANDBULLETS_B">
  <p:cSld name="CUSTOM_1_1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>
            <a:spLocks noGrp="1"/>
          </p:cNvSpPr>
          <p:nvPr>
            <p:ph type="pic" idx="2"/>
          </p:nvPr>
        </p:nvSpPr>
        <p:spPr>
          <a:xfrm>
            <a:off x="301750" y="2276800"/>
            <a:ext cx="2533200" cy="253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0" name="Google Shape;80;p20"/>
          <p:cNvSpPr txBox="1">
            <a:spLocks noGrp="1"/>
          </p:cNvSpPr>
          <p:nvPr>
            <p:ph type="title"/>
          </p:nvPr>
        </p:nvSpPr>
        <p:spPr>
          <a:xfrm>
            <a:off x="301750" y="310900"/>
            <a:ext cx="2698200" cy="196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0"/>
          <p:cNvSpPr txBox="1"/>
          <p:nvPr/>
        </p:nvSpPr>
        <p:spPr>
          <a:xfrm>
            <a:off x="3252541" y="301752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01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3252541" y="2020824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02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3" name="Google Shape;83;p20"/>
          <p:cNvSpPr txBox="1"/>
          <p:nvPr/>
        </p:nvSpPr>
        <p:spPr>
          <a:xfrm>
            <a:off x="6160333" y="301752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03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4" name="Google Shape;84;p20"/>
          <p:cNvSpPr txBox="1">
            <a:spLocks noGrp="1"/>
          </p:cNvSpPr>
          <p:nvPr>
            <p:ph type="body" idx="1"/>
          </p:nvPr>
        </p:nvSpPr>
        <p:spPr>
          <a:xfrm>
            <a:off x="3739896" y="374900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0"/>
          <p:cNvSpPr txBox="1">
            <a:spLocks noGrp="1"/>
          </p:cNvSpPr>
          <p:nvPr>
            <p:ph type="body" idx="3"/>
          </p:nvPr>
        </p:nvSpPr>
        <p:spPr>
          <a:xfrm>
            <a:off x="6647122" y="374904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6" name="Google Shape;86;p20"/>
          <p:cNvSpPr txBox="1">
            <a:spLocks noGrp="1"/>
          </p:cNvSpPr>
          <p:nvPr>
            <p:ph type="body" idx="4"/>
          </p:nvPr>
        </p:nvSpPr>
        <p:spPr>
          <a:xfrm>
            <a:off x="6647122" y="2093976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20"/>
          <p:cNvSpPr txBox="1"/>
          <p:nvPr/>
        </p:nvSpPr>
        <p:spPr>
          <a:xfrm>
            <a:off x="6160333" y="2020824"/>
            <a:ext cx="530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04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8" name="Google Shape;88;p20"/>
          <p:cNvSpPr txBox="1">
            <a:spLocks noGrp="1"/>
          </p:cNvSpPr>
          <p:nvPr>
            <p:ph type="body" idx="5"/>
          </p:nvPr>
        </p:nvSpPr>
        <p:spPr>
          <a:xfrm>
            <a:off x="3739896" y="2093976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Quarterly business review">
    <p:bg>
      <p:bgPr>
        <a:solidFill>
          <a:schemeClr val="lt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311825" y="4696689"/>
            <a:ext cx="5487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0" bIns="0" anchor="b" anchorCtr="0">
            <a:normAutofit/>
          </a:bodyPr>
          <a:lstStyle>
            <a:lvl1pPr lvl="0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 algn="r">
              <a:buNone/>
              <a:defRPr sz="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body" idx="1"/>
          </p:nvPr>
        </p:nvSpPr>
        <p:spPr>
          <a:xfrm>
            <a:off x="284700" y="1782325"/>
            <a:ext cx="4287300" cy="29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283475" y="420225"/>
            <a:ext cx="7323300" cy="5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nrope"/>
              <a:buNone/>
              <a:defRPr sz="28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00">
          <p15:clr>
            <a:schemeClr val="accent3"/>
          </p15:clr>
        </p15:guide>
        <p15:guide id="2" orient="horz" pos="300">
          <p15:clr>
            <a:schemeClr val="accent3"/>
          </p15:clr>
        </p15:guide>
        <p15:guide id="3" orient="horz" pos="899">
          <p15:clr>
            <a:schemeClr val="accent3"/>
          </p15:clr>
        </p15:guide>
        <p15:guide id="4" pos="1561">
          <p15:clr>
            <a:schemeClr val="accent3"/>
          </p15:clr>
        </p15:guide>
        <p15:guide id="5" pos="1619">
          <p15:clr>
            <a:schemeClr val="accent3"/>
          </p15:clr>
        </p15:guide>
        <p15:guide id="6" orient="horz" pos="962">
          <p15:clr>
            <a:schemeClr val="accent3"/>
          </p15:clr>
        </p15:guide>
        <p15:guide id="7" orient="horz" pos="1561">
          <p15:clr>
            <a:schemeClr val="accent3"/>
          </p15:clr>
        </p15:guide>
        <p15:guide id="8" orient="horz" pos="1619">
          <p15:clr>
            <a:schemeClr val="accent3"/>
          </p15:clr>
        </p15:guide>
        <p15:guide id="9" orient="horz" pos="2281">
          <p15:clr>
            <a:schemeClr val="accent3"/>
          </p15:clr>
        </p15:guide>
        <p15:guide id="10" orient="horz" pos="2339">
          <p15:clr>
            <a:schemeClr val="accent3"/>
          </p15:clr>
        </p15:guide>
        <p15:guide id="11" orient="horz" pos="2943">
          <p15:clr>
            <a:schemeClr val="accent3"/>
          </p15:clr>
        </p15:guide>
        <p15:guide id="12" pos="1981">
          <p15:clr>
            <a:schemeClr val="accent5"/>
          </p15:clr>
        </p15:guide>
        <p15:guide id="13" pos="2039">
          <p15:clr>
            <a:schemeClr val="accent5"/>
          </p15:clr>
        </p15:guide>
        <p15:guide id="14" pos="2880">
          <p15:clr>
            <a:schemeClr val="accent3"/>
          </p15:clr>
        </p15:guide>
        <p15:guide id="15" pos="2938">
          <p15:clr>
            <a:schemeClr val="accent3"/>
          </p15:clr>
        </p15:guide>
        <p15:guide id="16" pos="3721">
          <p15:clr>
            <a:schemeClr val="accent5"/>
          </p15:clr>
        </p15:guide>
        <p15:guide id="17" pos="3779">
          <p15:clr>
            <a:schemeClr val="accent5"/>
          </p15:clr>
        </p15:guide>
        <p15:guide id="18" pos="4141">
          <p15:clr>
            <a:schemeClr val="accent3"/>
          </p15:clr>
        </p15:guide>
        <p15:guide id="19" pos="4199">
          <p15:clr>
            <a:schemeClr val="accent3"/>
          </p15:clr>
        </p15:guide>
        <p15:guide id="20" pos="5460">
          <p15:clr>
            <a:schemeClr val="accent3"/>
          </p15:clr>
        </p15:guide>
        <p15:guide id="21" pos="179">
          <p15:clr>
            <a:schemeClr val="accent1"/>
          </p15:clr>
        </p15:guide>
        <p15:guide id="22" pos="5581">
          <p15:clr>
            <a:schemeClr val="accent1"/>
          </p15:clr>
        </p15:guide>
        <p15:guide id="23" orient="horz" pos="179">
          <p15:clr>
            <a:schemeClr val="accent1"/>
          </p15:clr>
        </p15:guide>
        <p15:guide id="24" orient="horz" pos="3059">
          <p15:clr>
            <a:schemeClr val="accent1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22" descr="Mejorar esta diapositiva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3"/>
          <p:cNvSpPr txBox="1">
            <a:spLocks noGrp="1"/>
          </p:cNvSpPr>
          <p:nvPr>
            <p:ph type="title"/>
          </p:nvPr>
        </p:nvSpPr>
        <p:spPr>
          <a:xfrm>
            <a:off x="301750" y="310900"/>
            <a:ext cx="2698200" cy="196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Introducing GameMatch AI</a:t>
            </a:r>
            <a:endParaRPr/>
          </a:p>
        </p:txBody>
      </p:sp>
      <p:sp>
        <p:nvSpPr>
          <p:cNvPr id="99" name="Google Shape;99;p23"/>
          <p:cNvSpPr txBox="1">
            <a:spLocks noGrp="1"/>
          </p:cNvSpPr>
          <p:nvPr>
            <p:ph type="body" idx="1"/>
          </p:nvPr>
        </p:nvSpPr>
        <p:spPr>
          <a:xfrm>
            <a:off x="3739896" y="374900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Gamers often face "choice paralysis" when searching for new games.</a:t>
            </a:r>
            <a:endParaRPr/>
          </a:p>
        </p:txBody>
      </p:sp>
      <p:sp>
        <p:nvSpPr>
          <p:cNvPr id="100" name="Google Shape;100;p23"/>
          <p:cNvSpPr txBox="1">
            <a:spLocks noGrp="1"/>
          </p:cNvSpPr>
          <p:nvPr>
            <p:ph type="body" idx="3"/>
          </p:nvPr>
        </p:nvSpPr>
        <p:spPr>
          <a:xfrm>
            <a:off x="6647122" y="374904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GameMatch AI solves this with a smart recommendation quiz system.</a:t>
            </a:r>
            <a:endParaRPr/>
          </a:p>
        </p:txBody>
      </p:sp>
      <p:sp>
        <p:nvSpPr>
          <p:cNvPr id="101" name="Google Shape;101;p23"/>
          <p:cNvSpPr txBox="1">
            <a:spLocks noGrp="1"/>
          </p:cNvSpPr>
          <p:nvPr>
            <p:ph type="body" idx="4"/>
          </p:nvPr>
        </p:nvSpPr>
        <p:spPr>
          <a:xfrm>
            <a:off x="6647122" y="2093976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The application processes preferences to suggest a single, perfect match.</a:t>
            </a:r>
            <a:endParaRPr/>
          </a:p>
        </p:txBody>
      </p:sp>
      <p:pic>
        <p:nvPicPr>
          <p:cNvPr id="102" name="Google Shape;102;p23"/>
          <p:cNvPicPr preferRelativeResize="0">
            <a:picLocks noGrp="1"/>
          </p:cNvPicPr>
          <p:nvPr>
            <p:ph type="pic" idx="2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750" y="2276800"/>
            <a:ext cx="2533200" cy="2532900"/>
          </a:xfrm>
          <a:prstGeom prst="ellipse">
            <a:avLst/>
          </a:prstGeom>
          <a:noFill/>
        </p:spPr>
      </p:pic>
      <p:sp>
        <p:nvSpPr>
          <p:cNvPr id="103" name="Google Shape;103;p23"/>
          <p:cNvSpPr txBox="1">
            <a:spLocks noGrp="1"/>
          </p:cNvSpPr>
          <p:nvPr>
            <p:ph type="body" idx="5"/>
          </p:nvPr>
        </p:nvSpPr>
        <p:spPr>
          <a:xfrm>
            <a:off x="3739900" y="2093975"/>
            <a:ext cx="2167200" cy="1536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GameMatch AI solves this this with a smart recommendation quiz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4" descr="Mejorar esta diapositiva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5"/>
          <p:cNvSpPr txBox="1">
            <a:spLocks noGrp="1"/>
          </p:cNvSpPr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Backend Architecture Overview</a:t>
            </a:r>
            <a:endParaRPr/>
          </a:p>
        </p:txBody>
      </p:sp>
      <p:sp>
        <p:nvSpPr>
          <p:cNvPr id="113" name="Google Shape;113;p25"/>
          <p:cNvSpPr txBox="1">
            <a:spLocks noGrp="1"/>
          </p:cNvSpPr>
          <p:nvPr>
            <p:ph type="body" idx="1"/>
          </p:nvPr>
        </p:nvSpPr>
        <p:spPr>
          <a:xfrm>
            <a:off x="3854182" y="1519301"/>
            <a:ext cx="4782300" cy="309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MySQL database with nearly 600 curated games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Relational tables organize users, games, genres, and platforms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PHP PDO is used to securely connect to the database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Prepared statements prevent SQL injection and enhance security</a:t>
            </a:r>
            <a:endParaRPr/>
          </a:p>
        </p:txBody>
      </p:sp>
      <p:pic>
        <p:nvPicPr>
          <p:cNvPr id="114" name="Google Shape;114;p25"/>
          <p:cNvPicPr preferRelativeResize="0">
            <a:picLocks noGrp="1"/>
          </p:cNvPicPr>
          <p:nvPr>
            <p:ph type="pic" idx="2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519300"/>
            <a:ext cx="3090600" cy="3090600"/>
          </a:xfrm>
          <a:prstGeom prst="roundRect">
            <a:avLst>
              <a:gd name="adj" fmla="val 50000"/>
            </a:avLst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6"/>
          <p:cNvPicPr preferRelativeResize="0"/>
          <p:nvPr/>
        </p:nvPicPr>
        <p:blipFill rotWithShape="1">
          <a:blip r:embed="rId3">
            <a:alphaModFix/>
          </a:blip>
          <a:srcRect l="30" r="20"/>
          <a:stretch/>
        </p:blipFill>
        <p:spPr>
          <a:xfrm>
            <a:off x="-35700" y="0"/>
            <a:ext cx="9210675" cy="51476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7"/>
          <p:cNvSpPr txBox="1">
            <a:spLocks noGrp="1"/>
          </p:cNvSpPr>
          <p:nvPr>
            <p:ph type="title"/>
          </p:nvPr>
        </p:nvSpPr>
        <p:spPr>
          <a:xfrm>
            <a:off x="350350" y="226400"/>
            <a:ext cx="3505500" cy="109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AI Logic: Filter, Score, Sort</a:t>
            </a:r>
            <a:endParaRPr/>
          </a:p>
        </p:txBody>
      </p:sp>
      <p:sp>
        <p:nvSpPr>
          <p:cNvPr id="124" name="Google Shape;124;p27"/>
          <p:cNvSpPr txBox="1">
            <a:spLocks noGrp="1"/>
          </p:cNvSpPr>
          <p:nvPr>
            <p:ph type="body" idx="1"/>
          </p:nvPr>
        </p:nvSpPr>
        <p:spPr>
          <a:xfrm>
            <a:off x="350350" y="1598500"/>
            <a:ext cx="3505500" cy="3318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System first filters games incompatible with user's device.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Remaining games are scored based on time and mood preferences.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Time Match adds two points; Vibe Match adds three points.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The game with the highest match score is the perfect suggestion.</a:t>
            </a:r>
            <a:endParaRPr/>
          </a:p>
        </p:txBody>
      </p:sp>
      <p:pic>
        <p:nvPicPr>
          <p:cNvPr id="125" name="Google Shape;125;p27"/>
          <p:cNvPicPr preferRelativeResize="0">
            <a:picLocks noGrp="1"/>
          </p:cNvPicPr>
          <p:nvPr>
            <p:ph type="pic" idx="2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01622" y="226350"/>
            <a:ext cx="4690800" cy="4690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8" descr="Mejorar esta diapositiva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>
            <a:spLocks noGrp="1"/>
          </p:cNvSpPr>
          <p:nvPr>
            <p:ph type="title"/>
          </p:nvPr>
        </p:nvSpPr>
        <p:spPr>
          <a:xfrm>
            <a:off x="327575" y="340500"/>
            <a:ext cx="3548100" cy="109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UI/UX Design Stack</a:t>
            </a:r>
            <a:endParaRPr/>
          </a:p>
        </p:txBody>
      </p:sp>
      <p:sp>
        <p:nvSpPr>
          <p:cNvPr id="135" name="Google Shape;135;p29"/>
          <p:cNvSpPr txBox="1">
            <a:spLocks noGrp="1"/>
          </p:cNvSpPr>
          <p:nvPr>
            <p:ph type="body" idx="1"/>
          </p:nvPr>
        </p:nvSpPr>
        <p:spPr>
          <a:xfrm>
            <a:off x="327575" y="1616646"/>
            <a:ext cx="3548100" cy="32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The visual design uses a dark mode 'Gamer' aesthetic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A dark Slate 900 palette with Violet 500 neon accents creates the theme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Vanilla CSS handles modular styling, responsive grids, and effects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JavaScript manages state and non-reloading smooth quiz transitions</a:t>
            </a:r>
            <a:endParaRPr/>
          </a:p>
        </p:txBody>
      </p:sp>
      <p:pic>
        <p:nvPicPr>
          <p:cNvPr id="136" name="Google Shape;136;p29"/>
          <p:cNvPicPr preferRelativeResize="0">
            <a:picLocks noGrp="1"/>
          </p:cNvPicPr>
          <p:nvPr>
            <p:ph type="pic" idx="2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6000" y="0"/>
            <a:ext cx="5148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0" descr="Mejorar esta diapositiva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1" descr="Mejorar esta diapositiva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2"/>
          <p:cNvSpPr txBox="1">
            <a:spLocks noGrp="1"/>
          </p:cNvSpPr>
          <p:nvPr>
            <p:ph type="title"/>
          </p:nvPr>
        </p:nvSpPr>
        <p:spPr>
          <a:xfrm>
            <a:off x="5427950" y="289525"/>
            <a:ext cx="3405900" cy="109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Thank You!</a:t>
            </a:r>
            <a:endParaRPr/>
          </a:p>
        </p:txBody>
      </p:sp>
      <p:sp>
        <p:nvSpPr>
          <p:cNvPr id="151" name="Google Shape;151;p32"/>
          <p:cNvSpPr txBox="1">
            <a:spLocks noGrp="1"/>
          </p:cNvSpPr>
          <p:nvPr>
            <p:ph type="body" idx="1"/>
          </p:nvPr>
        </p:nvSpPr>
        <p:spPr>
          <a:xfrm>
            <a:off x="5427950" y="1565672"/>
            <a:ext cx="3405900" cy="32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Visit GameMatch AI to find your perfect game.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Developed by Ander, Oihan, Julen, Liss, and Sanne.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Thank you for your time, we are open to questions.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Please connect with us and see the code on GitHub.</a:t>
            </a:r>
            <a:endParaRPr/>
          </a:p>
        </p:txBody>
      </p:sp>
      <p:pic>
        <p:nvPicPr>
          <p:cNvPr id="152" name="Google Shape;152;p32"/>
          <p:cNvPicPr preferRelativeResize="0">
            <a:picLocks noGrp="1"/>
          </p:cNvPicPr>
          <p:nvPr>
            <p:ph type="pic" idx="2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5148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33" descr="Mejorar esta diapositiva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Quarterly business review">
  <a:themeElements>
    <a:clrScheme name="Simple Light">
      <a:dk1>
        <a:srgbClr val="131313"/>
      </a:dk1>
      <a:lt1>
        <a:srgbClr val="FAFAFA"/>
      </a:lt1>
      <a:dk2>
        <a:srgbClr val="B5B5B7"/>
      </a:dk2>
      <a:lt2>
        <a:srgbClr val="EAE1E2"/>
      </a:lt2>
      <a:accent1>
        <a:srgbClr val="7D57AE"/>
      </a:accent1>
      <a:accent2>
        <a:srgbClr val="E8C8C7"/>
      </a:accent2>
      <a:accent3>
        <a:srgbClr val="2F5C7C"/>
      </a:accent3>
      <a:accent4>
        <a:srgbClr val="DECEE8"/>
      </a:accent4>
      <a:accent5>
        <a:srgbClr val="B0BFDE"/>
      </a:accent5>
      <a:accent6>
        <a:srgbClr val="DDEAFB"/>
      </a:accent6>
      <a:hlink>
        <a:srgbClr val="2F5C7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</Words>
  <Application>Microsoft Office PowerPoint</Application>
  <PresentationFormat>Presentación en pantalla (16:9)</PresentationFormat>
  <Paragraphs>25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Manrope</vt:lpstr>
      <vt:lpstr>Nunito</vt:lpstr>
      <vt:lpstr>Simple Light</vt:lpstr>
      <vt:lpstr>Quarterly business review</vt:lpstr>
      <vt:lpstr>Presentación de PowerPoint</vt:lpstr>
      <vt:lpstr>Introducing GameMatch AI</vt:lpstr>
      <vt:lpstr>Presentación de PowerPoint</vt:lpstr>
      <vt:lpstr>Backend Architecture Overview</vt:lpstr>
      <vt:lpstr>Presentación de PowerPoint</vt:lpstr>
      <vt:lpstr>AI Logic: Filter, Score, Sort</vt:lpstr>
      <vt:lpstr>Presentación de PowerPoint</vt:lpstr>
      <vt:lpstr>UI/UX Design Stack</vt:lpstr>
      <vt:lpstr>Presentación de PowerPoint</vt:lpstr>
      <vt:lpstr>Presentación de PowerPoint</vt:lpstr>
      <vt:lpstr>Thank You!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Ander Urien Telleria</dc:creator>
  <cp:lastModifiedBy>Urien Telleria, Ander</cp:lastModifiedBy>
  <cp:revision>1</cp:revision>
  <dcterms:modified xsi:type="dcterms:W3CDTF">2026-03-23T23:44:23Z</dcterms:modified>
</cp:coreProperties>
</file>